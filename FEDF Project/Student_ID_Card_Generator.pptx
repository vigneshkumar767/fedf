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217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5029200" cy="5029200"/>
          </a:xfrm>
          <a:prstGeom prst="ellipse">
            <a:avLst/>
          </a:prstGeom>
          <a:solidFill>
            <a:srgbClr val="1FC8C8"/>
          </a:solidFill>
          <a:ln/>
        </p:spPr>
      </p:sp>
      <p:sp>
        <p:nvSpPr>
          <p:cNvPr id="4" name="Shape 2"/>
          <p:cNvSpPr/>
          <p:nvPr/>
        </p:nvSpPr>
        <p:spPr>
          <a:xfrm>
            <a:off x="8897112" y="1618488"/>
            <a:ext cx="2743200" cy="3657600"/>
          </a:xfrm>
          <a:prstGeom prst="roundRect">
            <a:avLst>
              <a:gd name="adj" fmla="val 5333"/>
            </a:avLst>
          </a:prstGeom>
          <a:solidFill>
            <a:srgbClr val="0E1230"/>
          </a:solidFill>
          <a:ln/>
        </p:spPr>
      </p:sp>
      <p:sp>
        <p:nvSpPr>
          <p:cNvPr id="5" name="Shape 3"/>
          <p:cNvSpPr/>
          <p:nvPr/>
        </p:nvSpPr>
        <p:spPr>
          <a:xfrm>
            <a:off x="8732520" y="1417320"/>
            <a:ext cx="2743200" cy="3657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32520" y="1417320"/>
            <a:ext cx="2743200" cy="566928"/>
          </a:xfrm>
          <a:prstGeom prst="roundRect">
            <a:avLst>
              <a:gd name="adj" fmla="val 25806"/>
            </a:avLst>
          </a:prstGeom>
          <a:solidFill>
            <a:srgbClr val="1FC8C8"/>
          </a:solidFill>
          <a:ln/>
        </p:spPr>
      </p:sp>
      <p:sp>
        <p:nvSpPr>
          <p:cNvPr id="7" name="Shape 5"/>
          <p:cNvSpPr/>
          <p:nvPr/>
        </p:nvSpPr>
        <p:spPr>
          <a:xfrm>
            <a:off x="8732520" y="1728216"/>
            <a:ext cx="2743200" cy="256032"/>
          </a:xfrm>
          <a:prstGeom prst="rect">
            <a:avLst/>
          </a:prstGeom>
          <a:solidFill>
            <a:srgbClr val="1FC8C8"/>
          </a:solidFill>
          <a:ln/>
        </p:spPr>
      </p:sp>
      <p:sp>
        <p:nvSpPr>
          <p:cNvPr id="8" name="Text 6"/>
          <p:cNvSpPr/>
          <p:nvPr/>
        </p:nvSpPr>
        <p:spPr>
          <a:xfrm>
            <a:off x="8732520" y="14721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UNIVERSITY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46920" y="2148840"/>
            <a:ext cx="914400" cy="914400"/>
          </a:xfrm>
          <a:prstGeom prst="ellipse">
            <a:avLst/>
          </a:prstGeom>
          <a:solidFill>
            <a:srgbClr val="EEF3FF"/>
          </a:solidFill>
          <a:ln w="15875">
            <a:solidFill>
              <a:srgbClr val="CADCF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2" y="2313432"/>
            <a:ext cx="585216" cy="5852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961120" y="3474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CU-2026-0148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715500" y="384048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715500" y="384048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5" name="Shape 12"/>
          <p:cNvSpPr/>
          <p:nvPr/>
        </p:nvSpPr>
        <p:spPr>
          <a:xfrm>
            <a:off x="9845040" y="384048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6" name="Shape 13"/>
          <p:cNvSpPr/>
          <p:nvPr/>
        </p:nvSpPr>
        <p:spPr>
          <a:xfrm>
            <a:off x="9974580" y="384048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233660" y="384048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8" name="Shape 15"/>
          <p:cNvSpPr/>
          <p:nvPr/>
        </p:nvSpPr>
        <p:spPr>
          <a:xfrm>
            <a:off x="10363200" y="384048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Shape 16"/>
          <p:cNvSpPr/>
          <p:nvPr/>
        </p:nvSpPr>
        <p:spPr>
          <a:xfrm>
            <a:off x="9715500" y="397002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0" name="Shape 17"/>
          <p:cNvSpPr/>
          <p:nvPr/>
        </p:nvSpPr>
        <p:spPr>
          <a:xfrm>
            <a:off x="9974580" y="397002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1" name="Shape 18"/>
          <p:cNvSpPr/>
          <p:nvPr/>
        </p:nvSpPr>
        <p:spPr>
          <a:xfrm>
            <a:off x="10363200" y="397002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Shape 19"/>
          <p:cNvSpPr/>
          <p:nvPr/>
        </p:nvSpPr>
        <p:spPr>
          <a:xfrm>
            <a:off x="9715500" y="409956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3" name="Shape 20"/>
          <p:cNvSpPr/>
          <p:nvPr/>
        </p:nvSpPr>
        <p:spPr>
          <a:xfrm>
            <a:off x="9845040" y="409956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4" name="Shape 21"/>
          <p:cNvSpPr/>
          <p:nvPr/>
        </p:nvSpPr>
        <p:spPr>
          <a:xfrm>
            <a:off x="9974580" y="409956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5" name="Shape 22"/>
          <p:cNvSpPr/>
          <p:nvPr/>
        </p:nvSpPr>
        <p:spPr>
          <a:xfrm>
            <a:off x="10104120" y="409956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33660" y="409956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7" name="Shape 24"/>
          <p:cNvSpPr/>
          <p:nvPr/>
        </p:nvSpPr>
        <p:spPr>
          <a:xfrm>
            <a:off x="9974580" y="422910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8" name="Shape 25"/>
          <p:cNvSpPr/>
          <p:nvPr/>
        </p:nvSpPr>
        <p:spPr>
          <a:xfrm>
            <a:off x="10233660" y="422910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9" name="Shape 26"/>
          <p:cNvSpPr/>
          <p:nvPr/>
        </p:nvSpPr>
        <p:spPr>
          <a:xfrm>
            <a:off x="10363200" y="422910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0" name="Shape 27"/>
          <p:cNvSpPr/>
          <p:nvPr/>
        </p:nvSpPr>
        <p:spPr>
          <a:xfrm>
            <a:off x="9715500" y="435864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1" name="Shape 28"/>
          <p:cNvSpPr/>
          <p:nvPr/>
        </p:nvSpPr>
        <p:spPr>
          <a:xfrm>
            <a:off x="9845040" y="435864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2" name="Shape 29"/>
          <p:cNvSpPr/>
          <p:nvPr/>
        </p:nvSpPr>
        <p:spPr>
          <a:xfrm>
            <a:off x="10104120" y="435864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3" name="Shape 30"/>
          <p:cNvSpPr/>
          <p:nvPr/>
        </p:nvSpPr>
        <p:spPr>
          <a:xfrm>
            <a:off x="10363200" y="435864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4" name="Shape 31"/>
          <p:cNvSpPr/>
          <p:nvPr/>
        </p:nvSpPr>
        <p:spPr>
          <a:xfrm>
            <a:off x="9715500" y="448818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5" name="Shape 32"/>
          <p:cNvSpPr/>
          <p:nvPr/>
        </p:nvSpPr>
        <p:spPr>
          <a:xfrm>
            <a:off x="9974580" y="448818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6" name="Shape 33"/>
          <p:cNvSpPr/>
          <p:nvPr/>
        </p:nvSpPr>
        <p:spPr>
          <a:xfrm>
            <a:off x="10104120" y="448818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7" name="Shape 34"/>
          <p:cNvSpPr/>
          <p:nvPr/>
        </p:nvSpPr>
        <p:spPr>
          <a:xfrm>
            <a:off x="10233660" y="4488180"/>
            <a:ext cx="129540" cy="1295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8" name="Text 35"/>
          <p:cNvSpPr/>
          <p:nvPr/>
        </p:nvSpPr>
        <p:spPr>
          <a:xfrm>
            <a:off x="68580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IDENTITY PLATFORM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40080" y="1828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ID Card</a:t>
            </a:r>
            <a:endParaRPr lang="en-US" sz="4600" dirty="0"/>
          </a:p>
        </p:txBody>
      </p:sp>
      <p:sp>
        <p:nvSpPr>
          <p:cNvPr id="40" name="Text 37"/>
          <p:cNvSpPr/>
          <p:nvPr/>
        </p:nvSpPr>
        <p:spPr>
          <a:xfrm>
            <a:off x="640080" y="2542032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C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4600" dirty="0"/>
          </a:p>
        </p:txBody>
      </p:sp>
      <p:sp>
        <p:nvSpPr>
          <p:cNvPr id="41" name="Text 38"/>
          <p:cNvSpPr/>
          <p:nvPr/>
        </p:nvSpPr>
        <p:spPr>
          <a:xfrm>
            <a:off x="685800" y="352044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login-based web platform where students enter their details, upload a photo, and instantly generate a digital ID card — complete with a scannable QR code and downloadable soft copy.</a:t>
            </a:r>
            <a:endParaRPr lang="en-US" sz="1450" dirty="0"/>
          </a:p>
        </p:txBody>
      </p:sp>
      <p:sp>
        <p:nvSpPr>
          <p:cNvPr id="42" name="Text 39"/>
          <p:cNvSpPr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•  Web Development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Card Generator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Digital ID Card System?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student ID cards rely on manual data collection, physical printing, and in-person verification — a slow process prone to errors and delays.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EEF3FF"/>
          </a:solidFill>
          <a:ln/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1056" y="2971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31181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39319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86968" y="4416552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Hand-filled forms lead to typos and inconsistent records.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83864" y="260604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EEF3FF"/>
          </a:solidFill>
          <a:ln/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0" y="2971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311810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9319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Turnaround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85032" y="4416552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and verification can take days per batch.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81928" y="260604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EEF3FF"/>
          </a:solidFill>
          <a:ln/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87184" y="2971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31181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39319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Verify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83096" y="4416552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way to confirm a card's authenticity on the spot.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79992" y="260604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EEF3FF"/>
          </a:solidFill>
          <a:ln/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85248" y="2971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311810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44584" y="39319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Record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81160" y="4416552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is scattered across paper files and spreadsheets.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Card Generator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Platform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3093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574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start to finish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542032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that lets every student securely log in, fill out their personal and academic details, upload a photo, and generate a complete, ready-to-use ID card in minutes — no manual paperwork involved.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05840" y="3694176"/>
            <a:ext cx="201168" cy="201168"/>
          </a:xfrm>
          <a:prstGeom prst="ellipse">
            <a:avLst/>
          </a:prstGeom>
          <a:solidFill>
            <a:srgbClr val="1FC8C8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59359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ID issuance with a self-service web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4133088"/>
            <a:ext cx="201168" cy="201168"/>
          </a:xfrm>
          <a:prstGeom prst="ellipse">
            <a:avLst/>
          </a:prstGeom>
          <a:solidFill>
            <a:srgbClr val="1FC8C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03250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unique QR code for instant verification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4572000"/>
            <a:ext cx="201168" cy="201168"/>
          </a:xfrm>
          <a:prstGeom prst="ellipse">
            <a:avLst/>
          </a:prstGeom>
          <a:solidFill>
            <a:srgbClr val="1FC8C8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47141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students to download a soft copy anytime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5010912"/>
            <a:ext cx="201168" cy="201168"/>
          </a:xfrm>
          <a:prstGeom prst="ellipse">
            <a:avLst/>
          </a:prstGeom>
          <a:solidFill>
            <a:srgbClr val="1FC8C8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9103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student records centralized and secure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1783080"/>
            <a:ext cx="4251960" cy="1298448"/>
          </a:xfrm>
          <a:prstGeom prst="roundRect">
            <a:avLst>
              <a:gd name="adj" fmla="val 704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52360" y="192938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C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144000" y="1929384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223760" y="3291840"/>
            <a:ext cx="4251960" cy="1298448"/>
          </a:xfrm>
          <a:prstGeom prst="roundRect">
            <a:avLst>
              <a:gd name="adj" fmla="val 704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52360" y="343814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C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144000" y="3438144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Process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223760" y="4800600"/>
            <a:ext cx="4251960" cy="1298448"/>
          </a:xfrm>
          <a:prstGeom prst="roundRect">
            <a:avLst>
              <a:gd name="adj" fmla="val 704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494690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C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144000" y="4946904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Verify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Card Generator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Login to ID Card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four-step flow takes every student from account login to a ready, downloadable ID card.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943100" y="3035808"/>
            <a:ext cx="850392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468880"/>
            <a:ext cx="822960" cy="8229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2660904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3611880"/>
            <a:ext cx="2331720" cy="1508760"/>
          </a:xfrm>
          <a:prstGeom prst="roundRect">
            <a:avLst>
              <a:gd name="adj" fmla="val 5455"/>
            </a:avLst>
          </a:prstGeom>
          <a:solidFill>
            <a:srgbClr val="EEF3FF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749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60120" y="4005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60120" y="43891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signs in securely to their account.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66260" y="2468880"/>
            <a:ext cx="822960" cy="8229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284" y="2660904"/>
            <a:ext cx="438912" cy="4389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11880" y="3611880"/>
            <a:ext cx="2331720" cy="1508760"/>
          </a:xfrm>
          <a:prstGeom prst="roundRect">
            <a:avLst>
              <a:gd name="adj" fmla="val 5455"/>
            </a:avLst>
          </a:prstGeom>
          <a:solidFill>
            <a:srgbClr val="EEF3FF"/>
          </a:solidFill>
          <a:ln/>
        </p:spPr>
      </p:sp>
      <p:sp>
        <p:nvSpPr>
          <p:cNvPr id="15" name="Text 11"/>
          <p:cNvSpPr/>
          <p:nvPr/>
        </p:nvSpPr>
        <p:spPr>
          <a:xfrm>
            <a:off x="3794760" y="3749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94760" y="4005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Details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3794760" y="43891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in name, roll no., course &amp; other info.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200900" y="2468880"/>
            <a:ext cx="822960" cy="8229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660904"/>
            <a:ext cx="438912" cy="43891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446520" y="3611880"/>
            <a:ext cx="2331720" cy="1508760"/>
          </a:xfrm>
          <a:prstGeom prst="roundRect">
            <a:avLst>
              <a:gd name="adj" fmla="val 5455"/>
            </a:avLst>
          </a:prstGeom>
          <a:solidFill>
            <a:srgbClr val="EEF3FF"/>
          </a:solidFill>
          <a:ln/>
        </p:spPr>
      </p:sp>
      <p:sp>
        <p:nvSpPr>
          <p:cNvPr id="21" name="Text 16"/>
          <p:cNvSpPr/>
          <p:nvPr/>
        </p:nvSpPr>
        <p:spPr>
          <a:xfrm>
            <a:off x="6629400" y="3749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629400" y="4005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6629400" y="43891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passport-style photo for the card.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10035540" y="2468880"/>
            <a:ext cx="822960" cy="8229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564" y="2660904"/>
            <a:ext cx="438912" cy="43891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281160" y="3611880"/>
            <a:ext cx="2331720" cy="1508760"/>
          </a:xfrm>
          <a:prstGeom prst="roundRect">
            <a:avLst>
              <a:gd name="adj" fmla="val 5455"/>
            </a:avLst>
          </a:prstGeom>
          <a:solidFill>
            <a:srgbClr val="EEF3FF"/>
          </a:solidFill>
          <a:ln/>
        </p:spPr>
      </p:sp>
      <p:sp>
        <p:nvSpPr>
          <p:cNvPr id="27" name="Text 21"/>
          <p:cNvSpPr/>
          <p:nvPr/>
        </p:nvSpPr>
        <p:spPr>
          <a:xfrm>
            <a:off x="9464040" y="3749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464040" y="4005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Download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9464040" y="43891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card with QR code is created and saved.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Card Generator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2173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566928" cy="566928"/>
          </a:xfrm>
          <a:prstGeom prst="ellipse">
            <a:avLst/>
          </a:prstGeom>
          <a:solidFill>
            <a:srgbClr val="1FC8C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219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 Login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accesses their own protected dashboard.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2173F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103120"/>
            <a:ext cx="566928" cy="566928"/>
          </a:xfrm>
          <a:prstGeom prst="ellipse">
            <a:avLst/>
          </a:prstGeom>
          <a:solidFill>
            <a:srgbClr val="1FC8C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2219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Entry Form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154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name, roll number, course, and contact info.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01000" y="18745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2173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0" y="2103120"/>
            <a:ext cx="566928" cy="566928"/>
          </a:xfrm>
          <a:prstGeom prst="ellipse">
            <a:avLst/>
          </a:prstGeom>
          <a:solidFill>
            <a:srgbClr val="1FC8C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22199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0" y="31546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upload their own ID photo directly.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5800" y="41148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2173F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343400"/>
            <a:ext cx="566928" cy="566928"/>
          </a:xfrm>
          <a:prstGeom prst="ellipse">
            <a:avLst/>
          </a:prstGeom>
          <a:solidFill>
            <a:srgbClr val="1FC8C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46227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QR Generation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394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QR code is created for every ID card.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41148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217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343400"/>
            <a:ext cx="566928" cy="566928"/>
          </a:xfrm>
          <a:prstGeom prst="ellipse">
            <a:avLst/>
          </a:prstGeom>
          <a:solidFill>
            <a:srgbClr val="1FC8C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46227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Verify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5394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the QR instantly displays student info.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01000" y="41148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12173F"/>
          </a:solidFill>
          <a:ln/>
        </p:spPr>
      </p:sp>
      <p:sp>
        <p:nvSpPr>
          <p:cNvPr id="30" name="Shape 23"/>
          <p:cNvSpPr/>
          <p:nvPr/>
        </p:nvSpPr>
        <p:spPr>
          <a:xfrm>
            <a:off x="8229600" y="4343400"/>
            <a:ext cx="566928" cy="566928"/>
          </a:xfrm>
          <a:prstGeom prst="ellipse">
            <a:avLst/>
          </a:prstGeom>
          <a:solidFill>
            <a:srgbClr val="1FC8C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446227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Copy Download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29600" y="5394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can be downloaded as an image or PDF.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Card Generator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Scan-to-Verify QR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ID card includes a unique QR code. Scanning it instantly pulls up the student's verified details — no manual lookup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474720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4434840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64261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4780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Verification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17320" y="28072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Authority/staff scan and confirm identity in seconds.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60273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43814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Tamper-Resistant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37673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is tied to the database record, not just printed text.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56285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39826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Device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417320" y="472744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Scannable with any standard smartphone camera.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543800" y="1764792"/>
            <a:ext cx="4023360" cy="4572000"/>
          </a:xfrm>
          <a:prstGeom prst="roundRect">
            <a:avLst>
              <a:gd name="adj" fmla="val 4091"/>
            </a:avLst>
          </a:prstGeom>
          <a:solidFill>
            <a:srgbClr val="CADCFC"/>
          </a:solidFill>
          <a:ln/>
        </p:spPr>
      </p:sp>
      <p:sp>
        <p:nvSpPr>
          <p:cNvPr id="18" name="Shape 13"/>
          <p:cNvSpPr/>
          <p:nvPr/>
        </p:nvSpPr>
        <p:spPr>
          <a:xfrm>
            <a:off x="7406640" y="1600200"/>
            <a:ext cx="4023360" cy="457200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06640" y="1600200"/>
            <a:ext cx="4023360" cy="777240"/>
          </a:xfrm>
          <a:prstGeom prst="roundRect">
            <a:avLst>
              <a:gd name="adj" fmla="val 21176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7406640" y="2011680"/>
            <a:ext cx="40233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6"/>
          <p:cNvSpPr/>
          <p:nvPr/>
        </p:nvSpPr>
        <p:spPr>
          <a:xfrm>
            <a:off x="740664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UNIVERSITY — STUDENT ID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726680" y="2651760"/>
            <a:ext cx="1188720" cy="1188720"/>
          </a:xfrm>
          <a:prstGeom prst="ellipse">
            <a:avLst/>
          </a:prstGeom>
          <a:solidFill>
            <a:srgbClr val="EEF3FF"/>
          </a:solidFill>
          <a:ln w="15875">
            <a:solidFill>
              <a:srgbClr val="CADCF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2898648"/>
            <a:ext cx="694944" cy="6949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98280" y="2715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Aanya Sharma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098280" y="3026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2026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098280" y="32826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CU-2026-0148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641080" y="4023360"/>
            <a:ext cx="15544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F3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641080" y="402336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9" name="Shape 23"/>
          <p:cNvSpPr/>
          <p:nvPr/>
        </p:nvSpPr>
        <p:spPr>
          <a:xfrm>
            <a:off x="8835390" y="402336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0" name="Shape 24"/>
          <p:cNvSpPr/>
          <p:nvPr/>
        </p:nvSpPr>
        <p:spPr>
          <a:xfrm>
            <a:off x="9029700" y="402336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1" name="Shape 25"/>
          <p:cNvSpPr/>
          <p:nvPr/>
        </p:nvSpPr>
        <p:spPr>
          <a:xfrm>
            <a:off x="9418320" y="402336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2" name="Shape 26"/>
          <p:cNvSpPr/>
          <p:nvPr/>
        </p:nvSpPr>
        <p:spPr>
          <a:xfrm>
            <a:off x="9806940" y="402336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3" name="Shape 27"/>
          <p:cNvSpPr/>
          <p:nvPr/>
        </p:nvSpPr>
        <p:spPr>
          <a:xfrm>
            <a:off x="10001250" y="402336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4" name="Shape 28"/>
          <p:cNvSpPr/>
          <p:nvPr/>
        </p:nvSpPr>
        <p:spPr>
          <a:xfrm>
            <a:off x="8641080" y="421767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5" name="Shape 29"/>
          <p:cNvSpPr/>
          <p:nvPr/>
        </p:nvSpPr>
        <p:spPr>
          <a:xfrm>
            <a:off x="9029700" y="421767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6" name="Shape 30"/>
          <p:cNvSpPr/>
          <p:nvPr/>
        </p:nvSpPr>
        <p:spPr>
          <a:xfrm>
            <a:off x="9612630" y="421767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7" name="Shape 31"/>
          <p:cNvSpPr/>
          <p:nvPr/>
        </p:nvSpPr>
        <p:spPr>
          <a:xfrm>
            <a:off x="10001250" y="421767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8" name="Shape 32"/>
          <p:cNvSpPr/>
          <p:nvPr/>
        </p:nvSpPr>
        <p:spPr>
          <a:xfrm>
            <a:off x="8641080" y="441198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9" name="Shape 33"/>
          <p:cNvSpPr/>
          <p:nvPr/>
        </p:nvSpPr>
        <p:spPr>
          <a:xfrm>
            <a:off x="8835390" y="441198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0" name="Shape 34"/>
          <p:cNvSpPr/>
          <p:nvPr/>
        </p:nvSpPr>
        <p:spPr>
          <a:xfrm>
            <a:off x="9029700" y="441198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1" name="Shape 35"/>
          <p:cNvSpPr/>
          <p:nvPr/>
        </p:nvSpPr>
        <p:spPr>
          <a:xfrm>
            <a:off x="9224010" y="441198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2" name="Shape 36"/>
          <p:cNvSpPr/>
          <p:nvPr/>
        </p:nvSpPr>
        <p:spPr>
          <a:xfrm>
            <a:off x="9418320" y="441198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3" name="Shape 37"/>
          <p:cNvSpPr/>
          <p:nvPr/>
        </p:nvSpPr>
        <p:spPr>
          <a:xfrm>
            <a:off x="9806940" y="441198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4" name="Shape 38"/>
          <p:cNvSpPr/>
          <p:nvPr/>
        </p:nvSpPr>
        <p:spPr>
          <a:xfrm>
            <a:off x="9029700" y="460629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5" name="Shape 39"/>
          <p:cNvSpPr/>
          <p:nvPr/>
        </p:nvSpPr>
        <p:spPr>
          <a:xfrm>
            <a:off x="9418320" y="460629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6" name="Shape 40"/>
          <p:cNvSpPr/>
          <p:nvPr/>
        </p:nvSpPr>
        <p:spPr>
          <a:xfrm>
            <a:off x="9612630" y="460629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7" name="Shape 41"/>
          <p:cNvSpPr/>
          <p:nvPr/>
        </p:nvSpPr>
        <p:spPr>
          <a:xfrm>
            <a:off x="10001250" y="460629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8" name="Shape 42"/>
          <p:cNvSpPr/>
          <p:nvPr/>
        </p:nvSpPr>
        <p:spPr>
          <a:xfrm>
            <a:off x="8641080" y="480060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9" name="Shape 43"/>
          <p:cNvSpPr/>
          <p:nvPr/>
        </p:nvSpPr>
        <p:spPr>
          <a:xfrm>
            <a:off x="8835390" y="480060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0" name="Shape 44"/>
          <p:cNvSpPr/>
          <p:nvPr/>
        </p:nvSpPr>
        <p:spPr>
          <a:xfrm>
            <a:off x="9224010" y="480060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1" name="Shape 45"/>
          <p:cNvSpPr/>
          <p:nvPr/>
        </p:nvSpPr>
        <p:spPr>
          <a:xfrm>
            <a:off x="9612630" y="480060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2" name="Shape 46"/>
          <p:cNvSpPr/>
          <p:nvPr/>
        </p:nvSpPr>
        <p:spPr>
          <a:xfrm>
            <a:off x="9806940" y="480060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3" name="Shape 47"/>
          <p:cNvSpPr/>
          <p:nvPr/>
        </p:nvSpPr>
        <p:spPr>
          <a:xfrm>
            <a:off x="8641080" y="499491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4" name="Shape 48"/>
          <p:cNvSpPr/>
          <p:nvPr/>
        </p:nvSpPr>
        <p:spPr>
          <a:xfrm>
            <a:off x="9029700" y="499491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5" name="Shape 49"/>
          <p:cNvSpPr/>
          <p:nvPr/>
        </p:nvSpPr>
        <p:spPr>
          <a:xfrm>
            <a:off x="9224010" y="499491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6" name="Shape 50"/>
          <p:cNvSpPr/>
          <p:nvPr/>
        </p:nvSpPr>
        <p:spPr>
          <a:xfrm>
            <a:off x="9418320" y="499491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7" name="Shape 51"/>
          <p:cNvSpPr/>
          <p:nvPr/>
        </p:nvSpPr>
        <p:spPr>
          <a:xfrm>
            <a:off x="9806940" y="499491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8" name="Shape 52"/>
          <p:cNvSpPr/>
          <p:nvPr/>
        </p:nvSpPr>
        <p:spPr>
          <a:xfrm>
            <a:off x="10001250" y="499491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9" name="Shape 53"/>
          <p:cNvSpPr/>
          <p:nvPr/>
        </p:nvSpPr>
        <p:spPr>
          <a:xfrm>
            <a:off x="8835390" y="518922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0" name="Shape 54"/>
          <p:cNvSpPr/>
          <p:nvPr/>
        </p:nvSpPr>
        <p:spPr>
          <a:xfrm>
            <a:off x="9418320" y="518922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1" name="Shape 55"/>
          <p:cNvSpPr/>
          <p:nvPr/>
        </p:nvSpPr>
        <p:spPr>
          <a:xfrm>
            <a:off x="9612630" y="518922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2" name="Shape 56"/>
          <p:cNvSpPr/>
          <p:nvPr/>
        </p:nvSpPr>
        <p:spPr>
          <a:xfrm>
            <a:off x="10001250" y="518922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3" name="Shape 57"/>
          <p:cNvSpPr/>
          <p:nvPr/>
        </p:nvSpPr>
        <p:spPr>
          <a:xfrm>
            <a:off x="8641080" y="538353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4" name="Shape 58"/>
          <p:cNvSpPr/>
          <p:nvPr/>
        </p:nvSpPr>
        <p:spPr>
          <a:xfrm>
            <a:off x="8835390" y="538353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5" name="Shape 59"/>
          <p:cNvSpPr/>
          <p:nvPr/>
        </p:nvSpPr>
        <p:spPr>
          <a:xfrm>
            <a:off x="9029700" y="538353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6" name="Shape 60"/>
          <p:cNvSpPr/>
          <p:nvPr/>
        </p:nvSpPr>
        <p:spPr>
          <a:xfrm>
            <a:off x="9224010" y="538353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7" name="Shape 61"/>
          <p:cNvSpPr/>
          <p:nvPr/>
        </p:nvSpPr>
        <p:spPr>
          <a:xfrm>
            <a:off x="9612630" y="538353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8" name="Shape 62"/>
          <p:cNvSpPr/>
          <p:nvPr/>
        </p:nvSpPr>
        <p:spPr>
          <a:xfrm>
            <a:off x="9806940" y="5383530"/>
            <a:ext cx="194310" cy="19431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9" name="Text 63"/>
          <p:cNvSpPr/>
          <p:nvPr/>
        </p:nvSpPr>
        <p:spPr>
          <a:xfrm>
            <a:off x="7406640" y="58430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verify identity</a:t>
            </a:r>
            <a:endParaRPr lang="en-US" sz="1050" dirty="0"/>
          </a:p>
        </p:txBody>
      </p:sp>
      <p:sp>
        <p:nvSpPr>
          <p:cNvPr id="70" name="Text 6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Card Generator</a:t>
            </a:r>
            <a:endParaRPr lang="en-US" sz="950" dirty="0"/>
          </a:p>
        </p:txBody>
      </p:sp>
      <p:sp>
        <p:nvSpPr>
          <p:cNvPr id="71" name="Text 6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three-layer web architecture connects the student-facing interface to secure storage and processing.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57400" y="26060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136" y="277977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3977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page, detail form, photo upload &amp; card preview UI.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143000" y="493776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4937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10812" y="3776472"/>
            <a:ext cx="310896" cy="310896"/>
          </a:xfrm>
          <a:prstGeom prst="ellipse">
            <a:avLst/>
          </a:prstGeom>
          <a:solidFill>
            <a:srgbClr val="1FC8C8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33172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6060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2779776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006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846320" y="3977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authentication, form processing &amp; QR generation.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937760" y="493776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/>
        </p:spPr>
      </p:sp>
      <p:sp>
        <p:nvSpPr>
          <p:cNvPr id="19" name="Text 15"/>
          <p:cNvSpPr/>
          <p:nvPr/>
        </p:nvSpPr>
        <p:spPr>
          <a:xfrm>
            <a:off x="4937760" y="4937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logic &amp; APIs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005572" y="3776472"/>
            <a:ext cx="310896" cy="310896"/>
          </a:xfrm>
          <a:prstGeom prst="ellipse">
            <a:avLst/>
          </a:prstGeom>
          <a:solidFill>
            <a:srgbClr val="1FC8C8"/>
          </a:solidFill>
          <a:ln/>
        </p:spPr>
      </p:sp>
      <p:sp>
        <p:nvSpPr>
          <p:cNvPr id="21" name="Shape 17"/>
          <p:cNvSpPr/>
          <p:nvPr/>
        </p:nvSpPr>
        <p:spPr>
          <a:xfrm>
            <a:off x="8366760" y="233172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A1F36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646920" y="26060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656" y="2779776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59536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641080" y="3977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student records, photos &amp; generated card data securely.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732520" y="493776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/>
        </p:spPr>
      </p:sp>
      <p:sp>
        <p:nvSpPr>
          <p:cNvPr id="27" name="Text 22"/>
          <p:cNvSpPr/>
          <p:nvPr/>
        </p:nvSpPr>
        <p:spPr>
          <a:xfrm>
            <a:off x="8732520" y="4937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storage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Card Generator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2173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286000"/>
            <a:ext cx="5029200" cy="5029200"/>
          </a:xfrm>
          <a:prstGeom prst="ellipse">
            <a:avLst/>
          </a:prstGeom>
          <a:solidFill>
            <a:srgbClr val="1FC8C8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Faster, Smarter Way to Issue ID Cards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secure login, self-service data entry, and instant QR-based verification, this platform turns a slow administrative task into a quick, reliable digital process for every student.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2542032" cy="2286000"/>
          </a:xfrm>
          <a:prstGeom prst="roundRect">
            <a:avLst>
              <a:gd name="adj" fmla="val 4000"/>
            </a:avLst>
          </a:prstGeom>
          <a:solidFill>
            <a:srgbClr val="12173F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2926080"/>
            <a:ext cx="502920" cy="502920"/>
          </a:xfrm>
          <a:prstGeom prst="ellipse">
            <a:avLst/>
          </a:prstGeom>
          <a:solidFill>
            <a:srgbClr val="1FC8C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303580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356616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86968" y="3904488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manual processing time to minutes.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83864" y="2697480"/>
            <a:ext cx="2542032" cy="2286000"/>
          </a:xfrm>
          <a:prstGeom prst="roundRect">
            <a:avLst>
              <a:gd name="adj" fmla="val 4000"/>
            </a:avLst>
          </a:prstGeom>
          <a:solidFill>
            <a:srgbClr val="12173F"/>
          </a:solidFill>
          <a:ln/>
        </p:spPr>
      </p:sp>
      <p:sp>
        <p:nvSpPr>
          <p:cNvPr id="13" name="Shape 10"/>
          <p:cNvSpPr/>
          <p:nvPr/>
        </p:nvSpPr>
        <p:spPr>
          <a:xfrm>
            <a:off x="3685032" y="2926080"/>
            <a:ext cx="502920" cy="502920"/>
          </a:xfrm>
          <a:prstGeom prst="ellipse">
            <a:avLst/>
          </a:prstGeom>
          <a:solidFill>
            <a:srgbClr val="1FC8C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303580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5032" y="356616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85032" y="3904488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Login-protected access to personal data.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81928" y="2697480"/>
            <a:ext cx="2542032" cy="2286000"/>
          </a:xfrm>
          <a:prstGeom prst="roundRect">
            <a:avLst>
              <a:gd name="adj" fmla="val 4000"/>
            </a:avLst>
          </a:prstGeom>
          <a:solidFill>
            <a:srgbClr val="12173F"/>
          </a:solidFill>
          <a:ln/>
        </p:spPr>
      </p:sp>
      <p:sp>
        <p:nvSpPr>
          <p:cNvPr id="18" name="Shape 14"/>
          <p:cNvSpPr/>
          <p:nvPr/>
        </p:nvSpPr>
        <p:spPr>
          <a:xfrm>
            <a:off x="6483096" y="2926080"/>
            <a:ext cx="502920" cy="502920"/>
          </a:xfrm>
          <a:prstGeom prst="ellipse">
            <a:avLst/>
          </a:prstGeom>
          <a:solidFill>
            <a:srgbClr val="1FC8C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303580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83096" y="356616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83096" y="3904488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 confirms identity on the spot.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79992" y="2697480"/>
            <a:ext cx="2542032" cy="2286000"/>
          </a:xfrm>
          <a:prstGeom prst="roundRect">
            <a:avLst>
              <a:gd name="adj" fmla="val 4000"/>
            </a:avLst>
          </a:prstGeom>
          <a:solidFill>
            <a:srgbClr val="12173F"/>
          </a:solidFill>
          <a:ln/>
        </p:spPr>
      </p:sp>
      <p:sp>
        <p:nvSpPr>
          <p:cNvPr id="23" name="Shape 18"/>
          <p:cNvSpPr/>
          <p:nvPr/>
        </p:nvSpPr>
        <p:spPr>
          <a:xfrm>
            <a:off x="9281160" y="2926080"/>
            <a:ext cx="502920" cy="502920"/>
          </a:xfrm>
          <a:prstGeom prst="ellipse">
            <a:avLst/>
          </a:prstGeom>
          <a:solidFill>
            <a:srgbClr val="1FC8C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3035808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356616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281160" y="3904488"/>
            <a:ext cx="2139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copy downloadable anytime, anywhere.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85800" y="5349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C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713232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Card Generator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ID Card Generator</dc:title>
  <dc:subject>PptxGenJS Presentation</dc:subject>
  <dc:creator>Student Project</dc:creator>
  <cp:lastModifiedBy>Student Project</cp:lastModifiedBy>
  <cp:revision>1</cp:revision>
  <dcterms:created xsi:type="dcterms:W3CDTF">2026-06-19T03:24:11Z</dcterms:created>
  <dcterms:modified xsi:type="dcterms:W3CDTF">2026-06-19T03:24:11Z</dcterms:modified>
</cp:coreProperties>
</file>